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12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3000"/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3BD61A-710E-CABF-4F86-86BB5D162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3838BB4-2396-8FDD-9638-13294A7783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58" t="1291" r="374" b="-1291"/>
          <a:stretch>
            <a:fillRect/>
          </a:stretch>
        </p:blipFill>
        <p:spPr>
          <a:xfrm>
            <a:off x="15966" y="-219893"/>
            <a:ext cx="7400834" cy="49577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1C5BDB-5E9C-8BC6-884A-A3D96F6F02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3829050"/>
            <a:ext cx="9448800" cy="53149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3693FF-3D5B-C26E-67A9-8F9B30186D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4371" y="-16125"/>
            <a:ext cx="8089295" cy="455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753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3000"/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A74D6D-86E1-3A58-BF2E-E54211320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DAEAC2-B162-FC2F-4A6C-FEBB2FB952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6"/>
          <a:stretch>
            <a:fillRect/>
          </a:stretch>
        </p:blipFill>
        <p:spPr>
          <a:xfrm>
            <a:off x="-101600" y="-26894"/>
            <a:ext cx="6629400" cy="4457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15C6FC-B7DC-7356-AD24-4AAAD8036A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667" y="0"/>
            <a:ext cx="8805333" cy="4953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067E51-7981-90F8-3C96-29697B5D84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3714750"/>
            <a:ext cx="9652000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302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SHITAL PATIL</dc:creator>
  <cp:lastModifiedBy>SHITAL PATIL</cp:lastModifiedBy>
  <cp:revision>2</cp:revision>
  <dcterms:created xsi:type="dcterms:W3CDTF">2006-08-16T00:00:00Z</dcterms:created>
  <dcterms:modified xsi:type="dcterms:W3CDTF">2026-05-06T18:54:40Z</dcterms:modified>
</cp:coreProperties>
</file>